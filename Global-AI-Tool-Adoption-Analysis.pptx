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rimo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Outfit Extra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06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Global AI Tool Adoption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Analyzing and visualizing global adoption trends of AI tools across countries, industries, company sizes, and demographics — identifying where adoption is strongest and which segments are driving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1985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Overview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51322"/>
            <a:ext cx="86865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analysis uses 8 key variables to track AI adoption globally.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349" y="1387673"/>
            <a:ext cx="4054376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2782" y="152310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Country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2782" y="1799481"/>
            <a:ext cx="378350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Geographic location for country-wise comparisons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2201" y="1387673"/>
            <a:ext cx="4054450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7635" y="152310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Industry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67635" y="1799481"/>
            <a:ext cx="378358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Sector type — healthcare, finance, education, etc.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349" y="2256234"/>
            <a:ext cx="4054376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782" y="239166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 Tool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2782" y="2668042"/>
            <a:ext cx="378350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Specific technology being adopted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2201" y="2256234"/>
            <a:ext cx="4054450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7635" y="239166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Adoption 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67635" y="2668042"/>
            <a:ext cx="378358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% of organizations/users adopting (core metric) + YoY growth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349" y="3124795"/>
            <a:ext cx="4054376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782" y="326022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Year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2782" y="3536603"/>
            <a:ext cx="378350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 dimension for trend tracking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2201" y="3124795"/>
            <a:ext cx="4054450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7635" y="326022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Age Group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67635" y="3536603"/>
            <a:ext cx="378358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Demographic segmentation of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349" y="3993356"/>
            <a:ext cx="4054376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782" y="412879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2782" y="4405164"/>
            <a:ext cx="378350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Daily Active Users — engagement metric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32201" y="3993356"/>
            <a:ext cx="4054450" cy="748085"/>
          </a:xfrm>
          <a:prstGeom prst="roundRect">
            <a:avLst>
              <a:gd name="adj" fmla="val 733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7635" y="412879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Company Size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67635" y="4405164"/>
            <a:ext cx="378358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Small, Medium, or Large organizations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53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Scope of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182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Four pillars drive this study.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08113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19472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Global Adoption Trends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Overall adoption rate and global DAU across all countries and tools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08113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39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Industry Adoption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4616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adoption per industry, ranked from highest to lowest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8331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914849"/>
            <a:ext cx="23651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Company Size Segmentation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22136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Adoption split across Small, Medium, and Large organizations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383310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914849"/>
            <a:ext cx="18077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Demographic Insights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22136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Adoption patterns and DAU segmented by age group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17379" y="439489"/>
            <a:ext cx="893118" cy="260821"/>
          </a:xfrm>
          <a:prstGeom prst="roundRect">
            <a:avLst>
              <a:gd name="adj" fmla="val 17978"/>
            </a:avLst>
          </a:prstGeom>
          <a:solidFill>
            <a:srgbClr val="D7D2F9"/>
          </a:solidFill>
          <a:ln/>
        </p:spPr>
      </p:sp>
      <p:sp>
        <p:nvSpPr>
          <p:cNvPr id="4" name="Text 1"/>
          <p:cNvSpPr/>
          <p:nvPr/>
        </p:nvSpPr>
        <p:spPr>
          <a:xfrm>
            <a:off x="4001095" y="481310"/>
            <a:ext cx="118288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EDA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17379" y="755228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Exploratory Data Analysis in Python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917379" y="1833414"/>
            <a:ext cx="4738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began with data preparation and cleaning in Python to ensure data quality before deeper analysis.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17379" y="2430810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17379" y="2648917"/>
            <a:ext cx="2300436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9" name="Text 6"/>
          <p:cNvSpPr/>
          <p:nvPr/>
        </p:nvSpPr>
        <p:spPr>
          <a:xfrm>
            <a:off x="3917379" y="275674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17379" y="3057153"/>
            <a:ext cx="2300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Imported the dataset using pandas for initial processing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55184" y="2430810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184" y="2648917"/>
            <a:ext cx="2300436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184" y="275674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Initial Exploration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55184" y="3057153"/>
            <a:ext cx="230043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Used </a:t>
            </a:r>
            <a:r>
              <a:rPr lang="en-US" sz="10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to check structure and </a:t>
            </a:r>
            <a:r>
              <a:rPr lang="en-US" sz="10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summary statistics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917379" y="3751585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17379" y="3969693"/>
            <a:ext cx="4738241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7" name="Text 14"/>
          <p:cNvSpPr/>
          <p:nvPr/>
        </p:nvSpPr>
        <p:spPr>
          <a:xfrm>
            <a:off x="3917379" y="407751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Handling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917379" y="4377928"/>
            <a:ext cx="4738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Checked for null values and duplicate records to ensure data integrity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40965"/>
            <a:ext cx="666452" cy="182761"/>
          </a:xfrm>
          <a:prstGeom prst="roundRect">
            <a:avLst>
              <a:gd name="adj" fmla="val 19548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967532" y="372814"/>
            <a:ext cx="99610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SQL SERVER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3759" y="555575"/>
            <a:ext cx="3503042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Analysis Using SQL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03759" y="1007418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Structured analysis performed in SQL Server — from database creation to querying key adoption metrics.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698873"/>
            <a:ext cx="4677817" cy="26507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45746" y="1335584"/>
            <a:ext cx="2399109" cy="784547"/>
          </a:xfrm>
          <a:prstGeom prst="roundRect">
            <a:avLst>
              <a:gd name="adj" fmla="val 8741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31458" y="1335584"/>
            <a:ext cx="57150" cy="784547"/>
          </a:xfrm>
          <a:prstGeom prst="roundRect">
            <a:avLst>
              <a:gd name="adj" fmla="val 78140"/>
            </a:avLst>
          </a:prstGeom>
          <a:solidFill>
            <a:srgbClr val="5E4CE6"/>
          </a:solidFill>
          <a:ln/>
        </p:spPr>
      </p:sp>
      <p:sp>
        <p:nvSpPr>
          <p:cNvPr id="9" name="Text 6"/>
          <p:cNvSpPr/>
          <p:nvPr/>
        </p:nvSpPr>
        <p:spPr>
          <a:xfrm>
            <a:off x="6009159" y="1456134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Loading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09159" y="1701924"/>
            <a:ext cx="211514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Created a database in SQL Server and loaded CSV data via the task import option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45746" y="2199829"/>
            <a:ext cx="2399109" cy="784547"/>
          </a:xfrm>
          <a:prstGeom prst="roundRect">
            <a:avLst>
              <a:gd name="adj" fmla="val 8741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31458" y="2199829"/>
            <a:ext cx="57150" cy="784547"/>
          </a:xfrm>
          <a:prstGeom prst="roundRect">
            <a:avLst>
              <a:gd name="adj" fmla="val 78140"/>
            </a:avLst>
          </a:prstGeom>
          <a:solidFill>
            <a:srgbClr val="5E4CE6"/>
          </a:solidFill>
          <a:ln/>
        </p:spPr>
      </p:sp>
      <p:sp>
        <p:nvSpPr>
          <p:cNvPr id="13" name="Text 10"/>
          <p:cNvSpPr/>
          <p:nvPr/>
        </p:nvSpPr>
        <p:spPr>
          <a:xfrm>
            <a:off x="6009159" y="232037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Initial Exploration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09159" y="2566169"/>
            <a:ext cx="211514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Queried total number of records available for analysis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845746" y="3064073"/>
            <a:ext cx="2399109" cy="784547"/>
          </a:xfrm>
          <a:prstGeom prst="roundRect">
            <a:avLst>
              <a:gd name="adj" fmla="val 8741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31458" y="3064073"/>
            <a:ext cx="57150" cy="784547"/>
          </a:xfrm>
          <a:prstGeom prst="roundRect">
            <a:avLst>
              <a:gd name="adj" fmla="val 78140"/>
            </a:avLst>
          </a:prstGeom>
          <a:solidFill>
            <a:srgbClr val="5E4CE6"/>
          </a:solidFill>
          <a:ln/>
        </p:spPr>
      </p:sp>
      <p:sp>
        <p:nvSpPr>
          <p:cNvPr id="17" name="Text 14"/>
          <p:cNvSpPr/>
          <p:nvPr/>
        </p:nvSpPr>
        <p:spPr>
          <a:xfrm>
            <a:off x="6009159" y="3184624"/>
            <a:ext cx="13776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Overall Adoption Rate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09159" y="3430414"/>
            <a:ext cx="211514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Calculated the overall adoption rate of AI tools across the dataset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45746" y="3928318"/>
            <a:ext cx="2399109" cy="784547"/>
          </a:xfrm>
          <a:prstGeom prst="roundRect">
            <a:avLst>
              <a:gd name="adj" fmla="val 8741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31458" y="3928318"/>
            <a:ext cx="57150" cy="784547"/>
          </a:xfrm>
          <a:prstGeom prst="roundRect">
            <a:avLst>
              <a:gd name="adj" fmla="val 78140"/>
            </a:avLst>
          </a:prstGeom>
          <a:solidFill>
            <a:srgbClr val="5E4CE6"/>
          </a:solidFill>
          <a:ln/>
        </p:spPr>
      </p:sp>
      <p:sp>
        <p:nvSpPr>
          <p:cNvPr id="21" name="Text 18"/>
          <p:cNvSpPr/>
          <p:nvPr/>
        </p:nvSpPr>
        <p:spPr>
          <a:xfrm>
            <a:off x="6009159" y="4048869"/>
            <a:ext cx="15585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Global Daily Active Users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09159" y="4294659"/>
            <a:ext cx="211514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Aggregated daily active users across the world using AI tools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5935"/>
            <a:ext cx="959421" cy="266402"/>
          </a:xfrm>
          <a:prstGeom prst="roundRect">
            <a:avLst>
              <a:gd name="adj" fmla="val 17880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98425"/>
            <a:ext cx="124651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SQL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79041"/>
            <a:ext cx="612807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Industry &amp; Company Size Adoption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13371"/>
            <a:ext cx="23673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Industry Adoption Rate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976586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Calculated adoption rates across different industries and ranked the top 5 sectors by adoption to identify which industries are leading AI tool uptake.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025601"/>
            <a:ext cx="3073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Company Size by Adoption Rate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388816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Analyzed how AI tool adoption varies across different organization sizes — Small, Medium, and Large — to understand which segments are driving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415826"/>
            <a:ext cx="899517" cy="244376"/>
          </a:xfrm>
          <a:prstGeom prst="roundRect">
            <a:avLst>
              <a:gd name="adj" fmla="val 18274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44860" y="455637"/>
            <a:ext cx="1197322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SQL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709985"/>
            <a:ext cx="525564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Age Group &amp; Daily Active Users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452265"/>
            <a:ext cx="5225430" cy="31352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9502" y="1578397"/>
            <a:ext cx="243088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Age Group Adoption Rate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9502" y="1910655"/>
            <a:ext cx="2664023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Examined how AI tool adoption varies across different age groups to reveal demographic patterns in uptake.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19502" y="2653159"/>
            <a:ext cx="305722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Daily Active Users by AI Tool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19502" y="2985418"/>
            <a:ext cx="266402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Aggregated total active users per AI tool on a daily basis to measure engagement at scale.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19502" y="3521943"/>
            <a:ext cx="2664023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Average Daily Active Users by AI Tool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19502" y="4061892"/>
            <a:ext cx="266402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Calculated average DAU per tool to compare relative engagement levels across tools.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407244"/>
            <a:ext cx="736848" cy="266402"/>
          </a:xfrm>
          <a:prstGeom prst="roundRect">
            <a:avLst>
              <a:gd name="adj" fmla="val 17880"/>
            </a:avLst>
          </a:prstGeom>
          <a:solidFill>
            <a:srgbClr val="D7D2F9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449735"/>
            <a:ext cx="10239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7303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Interactive Dashboard in Power BI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82892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Finally, we built an interactive dashboard in Power BI to present all insights visually — consolidating adoption rates, industry comparisons, company size segmentation, demographic patterns, and daily active user metrics into a single, cohesive view.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6014"/>
            <a:ext cx="484450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Analysis Workflow Summary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25351"/>
            <a:ext cx="86865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three-stage pipeline transformed raw data into actionable insights.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329" y="1361703"/>
            <a:ext cx="4833342" cy="2868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90803" y="3564906"/>
            <a:ext cx="1430052" cy="23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Power BI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776644" y="3564906"/>
            <a:ext cx="1430052" cy="23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SQL Analysis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237798" y="3564906"/>
            <a:ext cx="1430052" cy="23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Python EDA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349" y="4365799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stage built on the previous — Python ensured data quality, SQL enabled structured metric calculation, and Power BI delivered the final interactive visualization layer.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02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1524"/>
            <a:ext cx="4004965" cy="1624980"/>
          </a:xfrm>
          <a:prstGeom prst="roundRect">
            <a:avLst>
              <a:gd name="adj" fmla="val 366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8804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5E4CE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504950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50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Global Coverage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1592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Adoption analyzed across countries, industries, company sizes, and age demographics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1524"/>
            <a:ext cx="4005039" cy="1624980"/>
          </a:xfrm>
          <a:prstGeom prst="roundRect">
            <a:avLst>
              <a:gd name="adj" fmla="val 366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8804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5E4CE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504950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50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Python EDA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1592"/>
            <a:ext cx="371199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loaded, explored with </a:t>
            </a: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cleaned for nulls/duplicates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8263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478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5E4CE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271689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2181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SQL Metrics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8331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Adoption rates, DAU, industry rankings, company size splits, and age group patterns queried in SQL Server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8263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478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5E4CE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271689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2181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8331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insights consolidated into an interactive dashboard for visual exploration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637</Words>
  <Application>Microsoft Office PowerPoint</Application>
  <PresentationFormat>On-screen Show (16:9)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Outfit ExtraBold</vt:lpstr>
      <vt:lpstr>Arial</vt:lpstr>
      <vt:lpstr>Consolas</vt:lpstr>
      <vt:lpstr>Outfit Light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Shikha Nishant</cp:lastModifiedBy>
  <cp:revision>2</cp:revision>
  <dcterms:created xsi:type="dcterms:W3CDTF">2026-05-27T10:12:51Z</dcterms:created>
  <dcterms:modified xsi:type="dcterms:W3CDTF">2026-05-27T10:44:35Z</dcterms:modified>
</cp:coreProperties>
</file>